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Nombre d'avis par mois (extrait 1999-2003)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Avis par mois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1999-10</c:v>
                  </c:pt>
                  <c:pt idx="1">
                    <c:v>2000-01</c:v>
                  </c:pt>
                  <c:pt idx="2">
                    <c:v>2002-02</c:v>
                  </c:pt>
                  <c:pt idx="3">
                    <c:v>2002-11</c:v>
                  </c:pt>
                  <c:pt idx="4">
                    <c:v>2003-02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8</c:v>
                </c:pt>
                <c:pt idx="2">
                  <c:v>15</c:v>
                </c:pt>
                <c:pt idx="3">
                  <c:v>21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je vais présenter mon mini-projet Big Data : un pipeline Spark vers MongoDB pour analyser des avis clients e-commerce.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sujet impose de choisir entre avis e-commerce/MongoDB ou vols aériens/Cassandra. J'ai choisi le sujet A. Trois indicateurs sont demandés.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568 454 lignes, dataset connu et réputé propre. Petit souci de parsing CSV corrigé avec les options multiLine/escape.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pipeline suit 4 grandes étapes. Point technique : le CSV chargeait en une seule partition, corrigé avec repartition(4).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choix techniques à justifier : Spark vs pandas, MongoDB vs Cassandra. Et une preuve de robustesse du nettoyage via injection de données corrompues.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Indicateur 1 calcule la moyenne par produit. Indicateur 2 filtre sur un seuil de 10 avis puis trie. Le top 20 réel a exclusivement des notes de 5.0.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est un timestamp Unix, converti en année-mois avant regroupement. Le graphique montre une tendance nettement croissante sur la période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modèle document convient bien car chaque produit a des statistiques autonomes. La flexibilité du schéma est l'argument principal face au relationnel.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difficultés principales, toutes documentées et résolues : Docker, parsing CSV, cast invalide, instabilité de la JVM en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répond aux objectifs pédagogiques du cours. Plusieurs pistes d'extension sont possibles avec plus de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Merci, je suis prêt à répondre aux questions et à faire une démonstration live si besoin.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de données avec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Spark et MongoDB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A — Analyse d'avis clients e-commerce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Rokhayaba  •  Licence 3 Informatique  •  Août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objectif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L'objectif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une chaîne de traitement complète : lire un volume important d'avis clients, les nettoyer et les analyser avec Apache Spark, puis stocker les résultats dans une base NoSQL orientée documents.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A choisi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26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 e-commerce → Apache Spark + MongoDB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indicateurs à produire 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1488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78040" y="22219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 par produit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9224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32735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produits les mieux notés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92240" y="4251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43251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mensuelle du volume d'avis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dataset : Amazon Fine Food Reviews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5564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568 454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75564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74 258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30175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distincts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75564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30175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source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16459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755648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44000" y="301752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couverts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utilisées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ProductId — identifiant produit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Score — note de 1 à 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9743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Text — texte de l'avis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35838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 — horodatage Unix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66560" y="374904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3931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vigilance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40880" y="434340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CSV contient des guillemets mal échappés dans certains avis, provoquant un décalage de colonnes au chargement — corrigé avec les options multiLine et escape de Spark.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82112" y="2926080"/>
            <a:ext cx="356616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E3A8C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62472" y="2926080"/>
            <a:ext cx="356616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42832" y="2926080"/>
            <a:ext cx="356616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23774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2E3A8C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7260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partition Spark au chargement du CSV → repartition(4) appliquée avant le nettoyage pour paralléliser le traitement sur 4 cœurs.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: PySpark 4.2.0 (local) + MongoDB 7 (Docker)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techniques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plutôt que pandas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Traitement distribué sur plusieurs cœurs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 charge tout en mémoire, un seul cœur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Objectif pédagogique : outil adapté aux très gros volumes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800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plutôt que Cassandra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Résultats organisés par produit → modèle document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Cassandra vise plutôt les flux continus (IoT, logs)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783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du nettoyage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23774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ligne supprimée sur les 568 454 lignes réelles : le dataset est déjà propre en amont.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329184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prouver, 3 lignes corrompues ont été injectées (ProductId manquant, Score hors échelle, Text manquant) puis supprimées avec succès par le pipeline.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37960" y="4663440"/>
            <a:ext cx="4800600" cy="1051560"/>
          </a:xfrm>
          <a:prstGeom prst="roundRect">
            <a:avLst>
              <a:gd name="adj" fmla="val 6957"/>
            </a:avLst>
          </a:prstGeom>
          <a:solidFill>
            <a:srgbClr val="CADCFC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6634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 lignes corrompues détectées et supprimées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Indicateurs 1 &amp; 2 — Notes et top produits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moyenne par produit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groupBy("ProductId") + avg("Score") → une statistique par produit, base des deux autres indicateurs.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produits (seuil : 10 avis min.)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évite qu'un produit avec 1 seul avis à 5★ ne batte un produit avec 500 avis à 4.8.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54480"/>
          <a:ext cx="502920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234440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B005EL6VOY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B000RL53PE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B001IZ9ME6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B0029O0XGQ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58368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du top 20 — toutes les 20 entrées ont une note moyenne de 5.0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Indicateur 3 — Évolution du volume d'avis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002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22376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observe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22376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Premiers avis dès octobre 1999 (2 avis)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223760" y="2697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Croissance progressive et continue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223760" y="3200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21 avis dès novembre 2002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23760" y="3703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Reflète la croissance d'Amazon sur la période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443484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443484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date_format(from_unixtime(Time), "yyyy-MM") + groupBy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du schéma NoSQL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MongoDB (collection stats_produits)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4846320" cy="2103120"/>
          </a:xfrm>
          <a:prstGeom prst="roundRect">
            <a:avLst>
              <a:gd name="adj" fmla="val 2609"/>
            </a:avLst>
          </a:prstGeom>
          <a:solidFill>
            <a:srgbClr val="16205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6888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E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E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"_id": "B007JFMH8M",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E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"note_moyenne": 4.58,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E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"nombre_avis": 913,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E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"est_top_produit": false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E3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 réutilise directement ProductId : pas besoin d'identifiant supplémentaire.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 document plutôt qu'une table 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CADCFC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286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fixe : ajouter un champ = ALTER TABLE sur une base déjà remplie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356616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657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3977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flexible : un nouveau champ s'ajoute sans rien casser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50749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Une seconde collection evolution_avis stocke un document par mois.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01368"/>
            <a:ext cx="109728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Desktop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du moteur au démarrage (erreur 500) → bascule temporaire sur installation locale PySpark/Jupyter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801368"/>
            <a:ext cx="109728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CSV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0840" y="2286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Guillemets mal échappés décalant les colonnes → options multiLine + escape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041648"/>
            <a:ext cx="109728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invalide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52628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.cast("float") plantait sur des valeurs corrompues → remplacé par try_cast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041648"/>
            <a:ext cx="109728" cy="4572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Instabilité JVM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452628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Déconnexions Py4J sur calculs lourds → mémoire limitée + travail sur échantillon puis dataset complet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et perspectives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 et fonctionnel : 568 454 avis nettoyés, 3 indicateurs calculés, 74 258 documents stockés dans MongoDB.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Pistes d'amélioration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Analyse de sentiment sur le texte des avis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Streaming temps réel avec Kafka + Spark Structured Streaming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interactif (Streamlit) sur les données MongoDB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Orchestration automatisée avec Apache Airflow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Big Data — Sujet 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 : github.com/Rokhayaba24/BigData_avis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2026-08-12T01:14:14Z</dcterms:created>
  <dcterms:modified xsi:type="dcterms:W3CDTF">2026-08-12T01:14:15Z</dcterms:modified>
</cp:coreProperties>
</file>